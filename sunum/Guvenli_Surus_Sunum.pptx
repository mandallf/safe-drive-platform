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3291840" cy="3291840"/>
          </a:xfrm>
          <a:prstGeom prst="ellipse">
            <a:avLst/>
          </a:prstGeom>
          <a:solidFill>
            <a:srgbClr val="1E3A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577840"/>
            <a:ext cx="2011680" cy="20116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BURSA TEKNİK ÜNİVERSİTESİ  ·  BİLGİSAYAR MÜHENDİSLİĞİ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Güvenli Sürüş ve Sürücü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Davranışı Analizi Platformu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telefon sensörleriyle gerçek zamanlı sürücü davranışı izleme  ·  Senaryo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ile Web Programlama — Dönem Projesi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EKİBİ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Melike Rana Yozgatlı      ·      Selen Yakın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Korkmaz      ·      Kubilay İnanç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Agresif sürüş, önlenebilir kazaların başında gelir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fren, sert dönüş ve ani hızlanma gibi davranışlar kaza riskini ciddi şekilde artırır.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davranışları ölçmek geleneksel olarak araca takılan pahalı OBD-II donanımları gerektirir.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 yönetimi ve sigorta için nesnel, ölçülebilir sürüş verisi bir ihtiyaçtır.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92024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2121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GELENEKSEL ÇÖZÜM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2468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Pahalı OBD-II cihazı + kurulum + her araç için ayrı donanım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384048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1329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4041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BİZİM YAKLAŞIMIMIZ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3891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Herkesin cebindeki akıllı telefon — ek donanım yok, anında kullanım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Telefonu araç içi IoT cihazına dönüştüren tam yığın platform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1E3A8A"/>
          </a:solidFill>
          <a:ln/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 İstemci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İvmeölçer, jiroskop ve GPS verisini toplayıp sunucuya iletir (React Native)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1031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46888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Backend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46320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alır, doğrular, saklar ve anomali analizini yapar (Express + Socket.io)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32520" y="246888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32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325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Paneli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732520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grafik, harita ve alarmlarla izleme sağlar (React)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MIMARI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 Mimarisi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 İstemci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999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+ GPS toplama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22860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1E3A8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542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999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Anomali Motoru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78240" y="22860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1540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saklama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46634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4919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Paneli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5376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izleme + harita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66160" y="2948940"/>
            <a:ext cx="10515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26680" y="2948940"/>
            <a:ext cx="10515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72200" y="3611880"/>
            <a:ext cx="0" cy="10972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429000" y="25374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25374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canlı yayın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tabanlı anomali tespiti + Socket.io ile &lt; 3 sn alarm gecikmesi — modüler, katmanlı tasarım.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TEKNOLOJILER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Kullanılan Teknoloji Yığını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844906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84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96466" y="2697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6466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126553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126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0116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VERITABANI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697480"/>
            <a:ext cx="844906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697480"/>
            <a:ext cx="84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82666" y="2697480"/>
            <a:ext cx="92903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2666" y="2697480"/>
            <a:ext cx="929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20116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GERÇEK ZAMANLI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0" y="2697480"/>
            <a:ext cx="1013155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697480"/>
            <a:ext cx="10131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4754880"/>
            <a:ext cx="126553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126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17090" y="4754880"/>
            <a:ext cx="592531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7090" y="4754880"/>
            <a:ext cx="592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212080"/>
            <a:ext cx="126553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212080"/>
            <a:ext cx="126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expo-sensors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26280" y="4069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PANELI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4754880"/>
            <a:ext cx="676656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75488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14416" y="4754880"/>
            <a:ext cx="592531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4754880"/>
            <a:ext cx="592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44107" y="4754880"/>
            <a:ext cx="92903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4107" y="4754880"/>
            <a:ext cx="929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5212080"/>
            <a:ext cx="844906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5212080"/>
            <a:ext cx="84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4069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680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ARAÇLAR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0" y="4754880"/>
            <a:ext cx="1686154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4754880"/>
            <a:ext cx="1686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510114" y="4754880"/>
            <a:ext cx="592531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0114" y="4754880"/>
            <a:ext cx="592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686800" y="5212080"/>
            <a:ext cx="1265530" cy="3657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5212080"/>
            <a:ext cx="1265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Anomali Tespit Motoru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EŞİK TABANLI DETEKTÖR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5915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fren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accelY &lt; −3 m/s²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hızlanma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accelY &gt; +3 m/s²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1363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dönüş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|gyroZ| &gt; 0.5 rad/s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9087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Sarsıntı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2336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|ivme| &gt; 15 m/s²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46811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Beklenmeyen hızlanma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23360" y="5394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Δhız &gt; 10 km/h/sn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192024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1329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İŞLEM HATTI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Yumuşatma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9520" y="2898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Hareketli ortalama ile sensör gürültüsü filtrelenir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Eşik kontrolü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3739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örnek 5 detektörden geçirilir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408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Debounce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89520" y="45811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sn içinde aynı tür alarm tekrar üretilmez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408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89520" y="5111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skoru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589520" y="5422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ağırlıklı, 0–100 arası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Gerçek Zamanlı İzleme Paneli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sensör grafiği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ile anlık akış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sürüş durumu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alarm bildirimi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59936" y="1728216"/>
            <a:ext cx="7278624" cy="4590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D">
                <a:alpha val="18000"/>
              </a:srgbClr>
            </a:outerShdw>
          </a:effectLst>
        </p:spPr>
      </p:sp>
      <p:pic>
        <p:nvPicPr>
          <p:cNvPr id="6" name="Image 0" descr="D:/Claude/sshots/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783080"/>
            <a:ext cx="716889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Sürüş Detayı ve Rota Haritası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harita üzerinde rota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noktaları işaretli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Mesafe, ortalama hız, süre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Sürüş risk skoru (0–100)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59936" y="1728216"/>
            <a:ext cx="7278624" cy="4590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D">
                <a:alpha val="18000"/>
              </a:srgbClr>
            </a:outerShdw>
          </a:effectLst>
        </p:spPr>
      </p:sp>
      <p:pic>
        <p:nvPicPr>
          <p:cNvPr id="6" name="Image 0" descr="D:/Claude/sshots/04-trip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783080"/>
            <a:ext cx="716889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Alarm Listesi ve Sürüş Geçmişi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85216" y="1956816"/>
            <a:ext cx="581558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D">
                <a:alpha val="18000"/>
              </a:srgbClr>
            </a:outerShdw>
          </a:effectLst>
        </p:spPr>
      </p:sp>
      <p:pic>
        <p:nvPicPr>
          <p:cNvPr id="5" name="Image 0" descr="D:/Claude/sshots/05-ala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5705856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45936" y="1956816"/>
            <a:ext cx="581558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D">
                <a:alpha val="18000"/>
              </a:srgbClr>
            </a:outerShdw>
          </a:effectLst>
        </p:spPr>
      </p:sp>
      <p:pic>
        <p:nvPicPr>
          <p:cNvPr id="7" name="Image 1" descr="D:/Claude/sshots/03-tri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705856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Filtrelenebilir alarm kayıtları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0" y="5943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sürüşler ve risk skorları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DEĞER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Kimin İşine Yarar?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3611880" cy="1097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Bireysel Sürücü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Sürüş kalitesi geri bildirimi ile daha güvenli ve bilinçli sürüş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194560"/>
            <a:ext cx="36118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Filo Yöneticisi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4632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gerçek zamanlı takibi ve riskli sürücü tespiti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21945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194560"/>
            <a:ext cx="361188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Sigorta Şirketi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73252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temelli (usage-based) fiyatlandırma için nesnel veri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MÜHENDISLIK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Karşılaşılan Zorluklar ve Çözümler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Zorluk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gürültüsü her titreşimde alarm üretiyordu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Hareketli ortalama + debounce ile yanlış alarmlar azaltıldı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4688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063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Zorluk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İvmeölçer yerçekimini içeriyordu (sürekli ofset)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filtre ile lineer ivme — gerçek hareket ölçülüyor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3520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41148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Zorluk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veri yalnızca sürüş bitince geliyordu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480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ref ile stale-closure giderildi, anlık akış sağlandı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5720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" y="51663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Zorluk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5532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24 ile mobil SDK uyumsuzluğu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51663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E3D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5532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hizalaması — cihaz uyumu sağlandı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89320" y="562356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Platformu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474720" cy="3474720"/>
          </a:xfrm>
          <a:prstGeom prst="ellipse">
            <a:avLst/>
          </a:prstGeom>
          <a:solidFill>
            <a:srgbClr val="1E3A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2926080" cy="29260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Sürüş ve Sürücü Davranışı Analizi Platformu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github.com/MandallF/safe-drive-platform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bekliyoruz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Melike Rana Yozgatlı  ·  Selen Yakın  ·  Talha Korkmaz  ·  Kubilay İnanç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Guvenli Surus ve Surucu Davranisi Analizi Platformu</dc:title>
  <dc:subject>PptxGenJS Presentation</dc:subject>
  <dc:creator>Grup 4 - BTU</dc:creator>
  <cp:lastModifiedBy>Grup 4 - BTU</cp:lastModifiedBy>
  <cp:revision>1</cp:revision>
  <dcterms:created xsi:type="dcterms:W3CDTF">2026-06-04T15:21:10Z</dcterms:created>
  <dcterms:modified xsi:type="dcterms:W3CDTF">2026-06-04T15:21:10Z</dcterms:modified>
</cp:coreProperties>
</file>